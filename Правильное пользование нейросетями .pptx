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8" r:id="rId3"/>
    <p:sldId id="259" r:id="rId4"/>
    <p:sldId id="257" r:id="rId5"/>
    <p:sldId id="262" r:id="rId6"/>
    <p:sldId id="260" r:id="rId7"/>
    <p:sldId id="261" r:id="rId8"/>
    <p:sldId id="264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E104847-1A21-4808-B397-385A411FDDB2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E91DDDED-CDCD-4EDA-9DA0-06BBEE332A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3106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4847-1A21-4808-B397-385A411FDDB2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DDDED-CDCD-4EDA-9DA0-06BBEE332A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592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E104847-1A21-4808-B397-385A411FDDB2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91DDDED-CDCD-4EDA-9DA0-06BBEE332A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1923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4847-1A21-4808-B397-385A411FDDB2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DDDED-CDCD-4EDA-9DA0-06BBEE332A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919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4847-1A21-4808-B397-385A411FDDB2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DDDED-CDCD-4EDA-9DA0-06BBEE332A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2497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4847-1A21-4808-B397-385A411FDDB2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DDDED-CDCD-4EDA-9DA0-06BBEE332A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926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4847-1A21-4808-B397-385A411FDDB2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DDDED-CDCD-4EDA-9DA0-06BBEE332A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716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4847-1A21-4808-B397-385A411FDDB2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DDDED-CDCD-4EDA-9DA0-06BBEE332A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98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4847-1A21-4808-B397-385A411FDDB2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DDDED-CDCD-4EDA-9DA0-06BBEE332A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7105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4847-1A21-4808-B397-385A411FDDB2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DDDED-CDCD-4EDA-9DA0-06BBEE332A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722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E104847-1A21-4808-B397-385A411FDDB2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91DDDED-CDCD-4EDA-9DA0-06BBEE332A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49273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E104847-1A21-4808-B397-385A411FDDB2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91DDDED-CDCD-4EDA-9DA0-06BBEE332ADD}" type="slidenum">
              <a:rPr lang="ru-RU" smtClean="0"/>
              <a:t>‹#›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989182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E104847-1A21-4808-B397-385A411FDDB2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91DDDED-CDCD-4EDA-9DA0-06BBEE332A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09975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4847-1A21-4808-B397-385A411FDDB2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DDDED-CDCD-4EDA-9DA0-06BBEE332A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2666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4847-1A21-4808-B397-385A411FDDB2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DDDED-CDCD-4EDA-9DA0-06BBEE332A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35020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4847-1A21-4808-B397-385A411FDDB2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DDDED-CDCD-4EDA-9DA0-06BBEE332A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47920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E104847-1A21-4808-B397-385A411FDDB2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91DDDED-CDCD-4EDA-9DA0-06BBEE332A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8112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104847-1A21-4808-B397-385A411FDDB2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1DDDED-CDCD-4EDA-9DA0-06BBEE332A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33828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0006E1-BD6F-A77D-8477-57884D331B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6967" y="670445"/>
            <a:ext cx="9906000" cy="1825096"/>
          </a:xfrm>
        </p:spPr>
        <p:txBody>
          <a:bodyPr/>
          <a:lstStyle/>
          <a:p>
            <a:r>
              <a:rPr lang="ru-RU" dirty="0">
                <a:solidFill>
                  <a:srgbClr val="99CCFF"/>
                </a:solidFill>
              </a:rPr>
              <a:t>Нейросети для чайников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D2FBC77-4937-20F7-B350-DF43A1F0E9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6967" y="2671916"/>
            <a:ext cx="10402530" cy="1825096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rgbClr val="CCECFF"/>
                </a:solidFill>
              </a:rPr>
              <a:t>Серия бесплатных консультаций по грамотному и продуктивному пользованию для подростков 15-19 лет.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FF4CF7-7073-12D9-75AE-802AFD6FD24B}"/>
              </a:ext>
            </a:extLst>
          </p:cNvPr>
          <p:cNvSpPr txBox="1"/>
          <p:nvPr/>
        </p:nvSpPr>
        <p:spPr>
          <a:xfrm>
            <a:off x="6258232" y="6360831"/>
            <a:ext cx="5933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>
                    <a:lumMod val="65000"/>
                    <a:lumOff val="35000"/>
                  </a:schemeClr>
                </a:solidFill>
              </a:rPr>
              <a:t>Автор: Каретникова Виктория Олеговна. Студентка 24П-1 </a:t>
            </a:r>
          </a:p>
        </p:txBody>
      </p:sp>
    </p:spTree>
    <p:extLst>
      <p:ext uri="{BB962C8B-B14F-4D97-AF65-F5344CB8AC3E}">
        <p14:creationId xmlns:p14="http://schemas.microsoft.com/office/powerpoint/2010/main" val="114097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166E456-AA46-862A-7C3C-8B0480B4823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3453" r="10603"/>
          <a:stretch>
            <a:fillRect/>
          </a:stretch>
        </p:blipFill>
        <p:spPr>
          <a:xfrm>
            <a:off x="7738346" y="751334"/>
            <a:ext cx="3767854" cy="546735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CD569F-4FB6-70CF-43A9-6C6107FF7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02889"/>
            <a:ext cx="6873240" cy="1111046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99CCFF"/>
                </a:solidFill>
              </a:rPr>
              <a:t>Чтобы вы делали ЕСЛИ: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B2D7DEE-A47A-84F4-E7C4-41A8A2350F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0" y="2612922"/>
            <a:ext cx="6873240" cy="360576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CCECFF"/>
                </a:solidFill>
              </a:rPr>
              <a:t>К вам попал мощный продвинутый инструмент который может ответить на любой вопрос?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CCECFF"/>
                </a:solidFill>
              </a:rPr>
              <a:t>Как бы вы им воспользовались в той или иной ситуации?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CCECFF"/>
                </a:solidFill>
              </a:rPr>
              <a:t>И чтобы вы делали если бы он внезапно исчез в самый нужный момент?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839456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B24B81-1E30-7FDD-EA22-79AB55A6E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3045" y="302256"/>
            <a:ext cx="5823155" cy="828453"/>
          </a:xfrm>
        </p:spPr>
        <p:txBody>
          <a:bodyPr/>
          <a:lstStyle/>
          <a:p>
            <a:r>
              <a:rPr lang="ru-RU" dirty="0">
                <a:solidFill>
                  <a:srgbClr val="99CCFF"/>
                </a:solidFill>
              </a:rPr>
              <a:t>Жизненный пример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D7B8044A-BBDA-A8A2-F0E2-9E8DF1DAC1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6881" y="1052051"/>
            <a:ext cx="7518237" cy="557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741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34112D-7B4F-C5EB-CA41-9AB6F72D3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1075267"/>
          </a:xfrm>
        </p:spPr>
        <p:txBody>
          <a:bodyPr/>
          <a:lstStyle/>
          <a:p>
            <a:r>
              <a:rPr lang="ru-RU" dirty="0">
                <a:solidFill>
                  <a:srgbClr val="99CCFF"/>
                </a:solidFill>
              </a:rPr>
              <a:t>проблема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488C194-409E-7D18-D560-8D7991F3D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2128685"/>
            <a:ext cx="11133938" cy="2900516"/>
          </a:xfrm>
        </p:spPr>
        <p:txBody>
          <a:bodyPr>
            <a:normAutofit/>
          </a:bodyPr>
          <a:lstStyle/>
          <a:p>
            <a:pPr algn="l"/>
            <a:r>
              <a:rPr lang="ru-RU" sz="5400" dirty="0"/>
              <a:t>Вместо–«СДЕЛАЮ САМ». </a:t>
            </a:r>
          </a:p>
          <a:p>
            <a:pPr algn="l"/>
            <a:r>
              <a:rPr lang="ru-RU" sz="5400" dirty="0"/>
              <a:t>Стало–«ЧЕРЕЗ НЕЙРОНКУ СДЕЛАЮ».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54626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A488C5-84E0-6D34-0095-051CC89AB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769459"/>
          </a:xfrm>
        </p:spPr>
        <p:txBody>
          <a:bodyPr/>
          <a:lstStyle/>
          <a:p>
            <a:r>
              <a:rPr lang="ru-RU" dirty="0">
                <a:solidFill>
                  <a:srgbClr val="99CCFF"/>
                </a:solidFill>
              </a:rPr>
              <a:t>План Консультации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BF2092-58B9-9CED-B073-4BE2491C8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41988"/>
            <a:ext cx="10820400" cy="4576698"/>
          </a:xfrm>
        </p:spPr>
        <p:txBody>
          <a:bodyPr/>
          <a:lstStyle/>
          <a:p>
            <a:pPr marL="742950" indent="-742950">
              <a:buFont typeface="+mj-lt"/>
              <a:buAutoNum type="arabicPeriod"/>
            </a:pPr>
            <a:r>
              <a:rPr lang="ru-RU" sz="3600" dirty="0">
                <a:solidFill>
                  <a:srgbClr val="CCECFF"/>
                </a:solidFill>
              </a:rPr>
              <a:t>Узнать что такое нейросеть и как она работает.</a:t>
            </a:r>
          </a:p>
          <a:p>
            <a:pPr marL="742950" indent="-742950">
              <a:buFont typeface="+mj-lt"/>
              <a:buAutoNum type="arabicPeriod"/>
            </a:pPr>
            <a:r>
              <a:rPr lang="ru-RU" sz="3600" dirty="0">
                <a:solidFill>
                  <a:srgbClr val="CCECFF"/>
                </a:solidFill>
              </a:rPr>
              <a:t>Познакомиться с самыми популярными.</a:t>
            </a:r>
          </a:p>
          <a:p>
            <a:pPr marL="742950" indent="-742950">
              <a:buFont typeface="+mj-lt"/>
              <a:buAutoNum type="arabicPeriod"/>
            </a:pPr>
            <a:r>
              <a:rPr lang="ru-RU" sz="3600" dirty="0">
                <a:solidFill>
                  <a:srgbClr val="CCECFF"/>
                </a:solidFill>
              </a:rPr>
              <a:t>Научиться правильно их использовать и формировать запросы.</a:t>
            </a:r>
          </a:p>
          <a:p>
            <a:pPr marL="742950" indent="-742950">
              <a:buFont typeface="+mj-lt"/>
              <a:buAutoNum type="arabicPeriod"/>
            </a:pPr>
            <a:r>
              <a:rPr lang="ru-RU" sz="3600" dirty="0">
                <a:solidFill>
                  <a:srgbClr val="CCECFF"/>
                </a:solidFill>
              </a:rPr>
              <a:t>Использовать их в интересующих темах.</a:t>
            </a:r>
          </a:p>
          <a:p>
            <a:pPr marL="742950" indent="-742950">
              <a:buFont typeface="+mj-lt"/>
              <a:buAutoNum type="arabicPeriod"/>
            </a:pPr>
            <a:r>
              <a:rPr lang="ru-RU" sz="3600" dirty="0">
                <a:solidFill>
                  <a:srgbClr val="CCECFF"/>
                </a:solidFill>
              </a:rPr>
              <a:t>Создать своего простого ИИ помощника и обучить его.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13941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3B98CE-9B39-22BA-E9DE-B00D4B1EA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2994" y="764373"/>
            <a:ext cx="9923206" cy="1293028"/>
          </a:xfrm>
        </p:spPr>
        <p:txBody>
          <a:bodyPr/>
          <a:lstStyle/>
          <a:p>
            <a:r>
              <a:rPr lang="ru-RU" dirty="0"/>
              <a:t>№1 Что такое нейросети в принципе?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0663DE-5C21-7721-DB4A-E1F50673C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0784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000" dirty="0"/>
              <a:t>Нейросеть - это программа основанная на работе человеческого мозга, которая может принимать, накапливать, обучению и  анализировать информацию так же как человек.</a:t>
            </a:r>
          </a:p>
        </p:txBody>
      </p:sp>
    </p:spTree>
    <p:extLst>
      <p:ext uri="{BB962C8B-B14F-4D97-AF65-F5344CB8AC3E}">
        <p14:creationId xmlns:p14="http://schemas.microsoft.com/office/powerpoint/2010/main" val="1460606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7ED8C8-93A2-D9C4-03A7-779D81FAD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48966"/>
            <a:ext cx="4114800" cy="1600200"/>
          </a:xfrm>
        </p:spPr>
        <p:txBody>
          <a:bodyPr/>
          <a:lstStyle/>
          <a:p>
            <a:r>
              <a:rPr lang="ru-RU" dirty="0"/>
              <a:t>Как это работает?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25A4D39-90A8-4FBD-C678-B36A7CA4CE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76801" y="1249066"/>
            <a:ext cx="7125778" cy="4104789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2CD85ED7-848E-2610-2F56-1C1B2D48C2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7142" y="2224767"/>
            <a:ext cx="4114800" cy="3094485"/>
          </a:xfrm>
        </p:spPr>
        <p:txBody>
          <a:bodyPr>
            <a:normAutofit/>
          </a:bodyPr>
          <a:lstStyle/>
          <a:p>
            <a:r>
              <a:rPr lang="ru-RU" sz="2000" dirty="0">
                <a:latin typeface="+mj-lt"/>
              </a:rPr>
              <a:t>Процесс обучения нейросети включает: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+mj-lt"/>
              </a:rPr>
              <a:t>Входные данные — текст, изображение, звук, числа.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+mj-lt"/>
              </a:rPr>
              <a:t>Скрытые слои нейронов — обработка, вычисление, анализ паттернов.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+mj-lt"/>
              </a:rPr>
              <a:t>Результат — классификация, генерация, предсказание.</a:t>
            </a:r>
          </a:p>
        </p:txBody>
      </p:sp>
    </p:spTree>
    <p:extLst>
      <p:ext uri="{BB962C8B-B14F-4D97-AF65-F5344CB8AC3E}">
        <p14:creationId xmlns:p14="http://schemas.microsoft.com/office/powerpoint/2010/main" val="595915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E3AB79-4719-4FBE-D352-D7A0C6116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5935" y="597224"/>
            <a:ext cx="8610600" cy="789124"/>
          </a:xfrm>
        </p:spPr>
        <p:txBody>
          <a:bodyPr/>
          <a:lstStyle/>
          <a:p>
            <a:r>
              <a:rPr lang="ru-RU" dirty="0">
                <a:solidFill>
                  <a:srgbClr val="99CCFF"/>
                </a:solidFill>
              </a:rPr>
              <a:t>Пример: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DE1DB6B7-E7D6-7548-A58B-355C79679A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4737" y="1504336"/>
            <a:ext cx="8526281" cy="4997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779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6527A1-89D8-19A5-986C-1FAC3F3B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0645" y="764373"/>
            <a:ext cx="9785555" cy="995601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rgbClr val="99CCFF"/>
                </a:solidFill>
              </a:rPr>
              <a:t>Топ Вопросов прошлой консультации: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73D78F-0C28-CAF1-718B-00F9AA0B77E0}"/>
              </a:ext>
            </a:extLst>
          </p:cNvPr>
          <p:cNvSpPr txBox="1"/>
          <p:nvPr/>
        </p:nvSpPr>
        <p:spPr>
          <a:xfrm>
            <a:off x="2694037" y="2505670"/>
            <a:ext cx="86105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dirty="0">
                <a:solidFill>
                  <a:srgbClr val="CCECFF"/>
                </a:solidFill>
              </a:rPr>
              <a:t>Тут пока ничего нет</a:t>
            </a:r>
            <a:r>
              <a:rPr lang="en-US" sz="5400" dirty="0">
                <a:solidFill>
                  <a:srgbClr val="CCECFF"/>
                </a:solidFill>
                <a:sym typeface="Wingdings" panose="05000000000000000000" pitchFamily="2" charset="2"/>
              </a:rPr>
              <a:t></a:t>
            </a:r>
            <a:endParaRPr lang="ru-RU" sz="5400" dirty="0">
              <a:solidFill>
                <a:srgbClr val="CCEC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4614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27F549-FE5E-BB73-250E-44181FF00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8619" y="754542"/>
            <a:ext cx="8610600" cy="592478"/>
          </a:xfrm>
        </p:spPr>
        <p:txBody>
          <a:bodyPr>
            <a:normAutofit fontScale="90000"/>
          </a:bodyPr>
          <a:lstStyle/>
          <a:p>
            <a:r>
              <a:rPr lang="ru-RU" dirty="0"/>
              <a:t>Ну как бы пока Все.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1E8C654-3914-5480-DD0F-EF994E004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013" y="1822654"/>
            <a:ext cx="5451987" cy="408899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19B2B33-24FC-8B16-CC70-F321A1074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7038" y="1822654"/>
            <a:ext cx="4097439" cy="409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748758"/>
      </p:ext>
    </p:extLst>
  </p:cSld>
  <p:clrMapOvr>
    <a:masterClrMapping/>
  </p:clrMapOvr>
</p:sld>
</file>

<file path=ppt/theme/theme1.xml><?xml version="1.0" encoding="utf-8"?>
<a:theme xmlns:a="http://schemas.openxmlformats.org/drawingml/2006/main" name="След самолета">
  <a:themeElements>
    <a:clrScheme name="Красный и оранжевый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лед самолета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2B2A868B-6BC2-4B3E-98B9-1258F41035D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</TotalTime>
  <Words>210</Words>
  <Application>Microsoft Office PowerPoint</Application>
  <PresentationFormat>Широкоэкранный</PresentationFormat>
  <Paragraphs>28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Franklin Gothic Book</vt:lpstr>
      <vt:lpstr>Franklin Gothic Medium</vt:lpstr>
      <vt:lpstr>Wingdings</vt:lpstr>
      <vt:lpstr>След самолета</vt:lpstr>
      <vt:lpstr>Нейросети для чайников</vt:lpstr>
      <vt:lpstr>Чтобы вы делали ЕСЛИ:</vt:lpstr>
      <vt:lpstr>Жизненный пример</vt:lpstr>
      <vt:lpstr>проблема</vt:lpstr>
      <vt:lpstr>План Консультации</vt:lpstr>
      <vt:lpstr>№1 Что такое нейросети в принципе?</vt:lpstr>
      <vt:lpstr>Как это работает?</vt:lpstr>
      <vt:lpstr>Пример:</vt:lpstr>
      <vt:lpstr>Топ Вопросов прошлой консультации:</vt:lpstr>
      <vt:lpstr>Ну как бы пока Все.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виктория каретникова</dc:creator>
  <cp:lastModifiedBy>виктория каретникова</cp:lastModifiedBy>
  <cp:revision>2</cp:revision>
  <dcterms:created xsi:type="dcterms:W3CDTF">2025-11-03T14:27:49Z</dcterms:created>
  <dcterms:modified xsi:type="dcterms:W3CDTF">2025-11-04T15:48:55Z</dcterms:modified>
</cp:coreProperties>
</file>